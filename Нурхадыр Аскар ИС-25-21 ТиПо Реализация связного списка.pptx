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C50EF-B6BB-442A-A5E3-DFBBD21200C3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5CD70-74F7-4BEA-B3FC-E4FA81AC35D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7604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5CD70-74F7-4BEA-B3FC-E4FA81AC35DE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4242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5CD70-74F7-4BEA-B3FC-E4FA81AC35DE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7569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84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0465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70051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7413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132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6833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43134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8789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1701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2045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4412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7403AF1-636B-489B-89A3-E9B2ED66861A}" type="datetimeFigureOut">
              <a:rPr lang="ru-KZ" smtClean="0"/>
              <a:t>20.04.2026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F0B5E6E-C616-44A8-9C2E-BD9866F1B6E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12697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82EB8-B942-1F76-FD06-04CC937C7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Реализация связного списка</a:t>
            </a:r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4FC697-FCBA-F6CD-6108-0CC088CF1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Нурхадыр</a:t>
            </a:r>
            <a:r>
              <a:rPr lang="ru-RU" dirty="0"/>
              <a:t> Аскар ИС 25 21 </a:t>
            </a:r>
            <a:r>
              <a:rPr lang="ru-RU" dirty="0" err="1"/>
              <a:t>ТиПо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98460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357B-0790-8A96-0D99-BF99E43A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FC814D-EB55-2C9A-60E2-D6FCDBBF3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16936" cy="6858000"/>
          </a:xfrm>
          <a:prstGeom prst="rect">
            <a:avLst/>
          </a:prstGeom>
        </p:spPr>
      </p:pic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661D4699-4DF3-DBFF-DEB6-FD7E5E170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936" y="0"/>
            <a:ext cx="3179064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21D7661-2D0B-97AC-B345-3A232A404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2782823" cy="6858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6196DDF-3341-7C49-C4C3-8A9A8D5D7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823" y="0"/>
            <a:ext cx="3311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0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A94F1-5F57-BB95-1799-2BF412C0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связный список</a:t>
            </a:r>
            <a:endParaRPr lang="ru-KZ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084BE70-651F-7569-3971-60BDAF5A7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56" y="4233812"/>
            <a:ext cx="3258005" cy="2029108"/>
          </a:xfrm>
          <a:prstGeom prst="rect">
            <a:avLst/>
          </a:prstGeom>
        </p:spPr>
      </p:pic>
      <p:pic>
        <p:nvPicPr>
          <p:cNvPr id="4" name="Рисунок 3" descr="Структуры данных: связный список / Хабр">
            <a:extLst>
              <a:ext uri="{FF2B5EF4-FFF2-40B4-BE49-F238E27FC236}">
                <a16:creationId xmlns:a16="http://schemas.microsoft.com/office/drawing/2014/main" id="{B6304F06-C975-39FD-C493-AC0611BA2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319" y="3272841"/>
            <a:ext cx="5489829" cy="1591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6DADE8-99E7-C291-D7E2-3545B4CF27E1}"/>
              </a:ext>
            </a:extLst>
          </p:cNvPr>
          <p:cNvSpPr txBox="1"/>
          <p:nvPr/>
        </p:nvSpPr>
        <p:spPr>
          <a:xfrm>
            <a:off x="1202919" y="1821079"/>
            <a:ext cx="61395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Связный список-это структура данных, состоящая из узлов.</a:t>
            </a:r>
          </a:p>
          <a:p>
            <a:r>
              <a:rPr lang="ru-RU" dirty="0"/>
              <a:t>Каждый узел содержит: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ссылку на следующий элемент</a:t>
            </a:r>
          </a:p>
          <a:p>
            <a:r>
              <a:rPr lang="ru-RU" dirty="0"/>
              <a:t>Особенности: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элементы не хранятся подряд в памяти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структура может динамически изменяться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66701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5C6B4-E3FA-1DA6-0346-575EA6DC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B8F93C-03CC-6466-6D1D-A8A0B192B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ru-RU" sz="1800" dirty="0"/>
              <a:t>программе реализованы методы:</a:t>
            </a:r>
          </a:p>
          <a:p>
            <a:r>
              <a:rPr lang="ru-RU" sz="1800" dirty="0"/>
              <a:t>добавление элементы (в начало и конец);</a:t>
            </a:r>
          </a:p>
          <a:p>
            <a:r>
              <a:rPr lang="ru-RU" sz="1800" dirty="0"/>
              <a:t>удаление элемента;</a:t>
            </a:r>
          </a:p>
          <a:p>
            <a:r>
              <a:rPr lang="ru-RU" sz="1800" dirty="0"/>
              <a:t>поиск элемента;</a:t>
            </a:r>
          </a:p>
          <a:p>
            <a:r>
              <a:rPr lang="ru-RU" sz="1800" dirty="0"/>
              <a:t>подсчёт размера;</a:t>
            </a:r>
          </a:p>
          <a:p>
            <a:r>
              <a:rPr lang="ru-RU" sz="1800" dirty="0"/>
              <a:t>вывод списка.</a:t>
            </a:r>
          </a:p>
          <a:p>
            <a:pPr marL="0" indent="0">
              <a:buNone/>
            </a:pPr>
            <a:r>
              <a:rPr lang="ru-RU" sz="1800" dirty="0"/>
              <a:t>Также реализовано меню для взаимодействия с пользователем.</a:t>
            </a:r>
            <a:endParaRPr lang="ru-KZ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8210E0-297B-FFAE-D9F2-1B28F331A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4016"/>
            <a:ext cx="1202919" cy="387809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BF7C27-62C8-1634-1F41-E30CF6544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27" y="73152"/>
            <a:ext cx="3273997" cy="44439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EDBC6B-8C2D-3CF2-47C4-89592C410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91" y="73152"/>
            <a:ext cx="3273997" cy="444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7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7CD65-1794-64D7-8ECF-CA7B3B21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ECB199-1A48-2226-B1AE-306965EE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Результат:</a:t>
            </a:r>
          </a:p>
          <a:p>
            <a:r>
              <a:rPr lang="ru-RU" dirty="0"/>
              <a:t>реализован рабочий связный список</a:t>
            </a:r>
          </a:p>
          <a:p>
            <a:r>
              <a:rPr lang="ru-RU" dirty="0"/>
              <a:t>изучены основные операции</a:t>
            </a:r>
          </a:p>
          <a:p>
            <a:r>
              <a:rPr lang="ru-RU" dirty="0"/>
              <a:t>закреплены навыки работы с </a:t>
            </a:r>
            <a:r>
              <a:rPr lang="en-US" dirty="0"/>
              <a:t>Java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Преимущества списка:</a:t>
            </a:r>
          </a:p>
          <a:p>
            <a:r>
              <a:rPr lang="ru-RU" dirty="0"/>
              <a:t>гибкость</a:t>
            </a:r>
          </a:p>
          <a:p>
            <a:r>
              <a:rPr lang="ru-RU" dirty="0"/>
              <a:t>динамический размер</a:t>
            </a:r>
          </a:p>
          <a:p>
            <a:r>
              <a:rPr lang="ru-RU" dirty="0"/>
              <a:t>удобное добавление и удаление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5764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551240DA-205A-4BCC-9123-4BF56848AD5D}"/>
  <p:tag name="ISPRING_RESOURCE_FOLDER" val="C:\Users\dilya\OneDrive\Рабочий стол\Нурхадыр Аскар ИС-25-21 ТиПо Реализация связного списка\"/>
  <p:tag name="ISPRING_PRESENTATION_PATH" val="C:\Users\dilya\OneDrive\Рабочий стол\Нурхадыр Аскар ИС-25-21 ТиПо Реализация связного списка.pptx"/>
  <p:tag name="ISPRING_PROJECT_VERSION" val="9.3"/>
  <p:tag name="ISPRING_PROJECT_FOLDER_UPDATED" val="1"/>
  <p:tag name="ISPRING_SCREEN_RECS_UPDATED" val="C:\Users\dilya\OneDrive\Рабочий стол\Нурхадыр Аскар ИС-25-21 ТиПо Реализация связного списка\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TM03090430[[fn=Окаймление]]</Template>
  <TotalTime>35</TotalTime>
  <Words>104</Words>
  <Application>Microsoft Office PowerPoint</Application>
  <PresentationFormat>Широкоэкранный</PresentationFormat>
  <Paragraphs>29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Corbel</vt:lpstr>
      <vt:lpstr>Wingdings</vt:lpstr>
      <vt:lpstr>Окаймление</vt:lpstr>
      <vt:lpstr>Реализация связного списка</vt:lpstr>
      <vt:lpstr>Презентация PowerPoint</vt:lpstr>
      <vt:lpstr>Что такое связный список</vt:lpstr>
      <vt:lpstr>реализация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Диляра Еспаева</dc:creator>
  <cp:lastModifiedBy>Диляра Еспаева</cp:lastModifiedBy>
  <cp:revision>4</cp:revision>
  <dcterms:created xsi:type="dcterms:W3CDTF">2026-04-17T11:00:59Z</dcterms:created>
  <dcterms:modified xsi:type="dcterms:W3CDTF">2026-04-20T10:10:08Z</dcterms:modified>
</cp:coreProperties>
</file>